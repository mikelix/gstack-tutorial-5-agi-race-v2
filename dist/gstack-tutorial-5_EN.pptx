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0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B7079"/>
                </a:solidFill>
                <a:latin typeface="Arial"/>
              </a:rPr>
              <a:t>CSR-RAP score (×100)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9AA0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</c:v>
                  </c:pt>
                  <c:pt idx="1">
                    <c:v>A</c:v>
                  </c:pt>
                  <c:pt idx="2">
                    <c:v>P</c:v>
                  </c:pt>
                  <c:pt idx="3">
                    <c:v>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76</c:v>
                </c:pt>
                <c:pt idx="3">
                  <c:v>60.2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</c:v>
                  </c:pt>
                  <c:pt idx="1">
                    <c:v>A</c:v>
                  </c:pt>
                  <c:pt idx="2">
                    <c:v>P</c:v>
                  </c:pt>
                  <c:pt idx="3">
                    <c:v>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89</c:v>
                </c:pt>
                <c:pt idx="2">
                  <c:v>94</c:v>
                </c:pt>
                <c:pt idx="3">
                  <c:v>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gstack Tutorial #5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YouTube analytics to a re-engineered Short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CSR-RAP agent × Claude Opus 5.5 × HyperFrames — how the AGI Race V2 was made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7863840" cy="566928"/>
          </a:xfrm>
          <a:prstGeom prst="roundRect">
            <a:avLst>
              <a:gd name="adj" fmla="val 9677"/>
            </a:avLst>
          </a:prstGeom>
          <a:solidFill>
            <a:srgbClr val="2A3040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611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V2 of the published AGI Race Short. Episode 2 (Mission: Impossible) is still in production and is not taught here.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raised structural quality by 27.9 %; whether viewers agree is still an open test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0.602 → 0.770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CSR-RAP B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proved the topic (R × A). V2 adds the production system (R × P = 0.865).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 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complete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Punchline first, title second: the premise lands in 8.9 % of the Short.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459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 → ?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per 1,000 views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8346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&gt; 2.5. Nothing is proven until 72 h of real V2 analytics return.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leverage came from splitting the work across three systems with different jobs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6" name="Image 0" descr="/home/claude/gstack-tutorial-5-agi-race-v2/assets/fig_pipeline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24" y="1325880"/>
            <a:ext cx="7938951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(CSR-RAP) → build (Opus 5.5 + gstack) → render (HyperFrames) → measure, then loop.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MENTAL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creates uncertain pixels; HyperFrames controls certain information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exactly right → HyperFrames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20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of every beat, to the frame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on-screen text, captions, role tags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reframing per shot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Freeze, black cut, end-card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cue placement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vary → generative model / source footage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2024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 characters and environments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inside a shot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and lighting detail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703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Seek-safe test: if the renderer jumps straight to t = 4.312 s, is the frame still correct?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needed almost nothing from the right column: its pixels already existed in V1.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toolchain installs on Windows 11 in about 10 minutes; gstack takes one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Node.js ≥ 22 · FFmpeg · Bun ≥ 1.0 · Claude Code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--id OpenJS.NodeJS -e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4889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6050" y="150876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8605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9753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gstack (~1 min)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8605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README one-liner into Claude Code; test with /office-hours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5861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3177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 garrytan/gstack.git ~/.claude/skills/gstack &amp;&amp; ./setup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4058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774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77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8922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HyperFrames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77774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plugin; restart; /hyperframes routes the job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030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2346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hyperframes@hyperframes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32270" y="1371600"/>
            <a:ext cx="1954530" cy="2606040"/>
          </a:xfrm>
          <a:prstGeom prst="roundRect">
            <a:avLst>
              <a:gd name="adj" fmla="val 374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69430" y="150876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6943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80910" y="1527048"/>
            <a:ext cx="13144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first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69430" y="2011680"/>
            <a:ext cx="1680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machine before designing anything; pin the CLI version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41998" y="3108960"/>
            <a:ext cx="1735074" cy="7315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15150" y="3127248"/>
            <a:ext cx="158877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1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hyperframes doctor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we hit: 'claude' is not recognized → add %LOCALAPPDATA%\Microsoft\WinGet\Links to PATH and open a new PowerShell.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commands install HyperFrames; the doctor check runs before any design work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gstack-tutorial-5-agi-race-v2/assets/mock_03_hyperframes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30" y="1280160"/>
            <a:ext cx="8166340" cy="32461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with annotations. Replace with your own screenshot.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CSR-RAP DIAGNOSIS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 proved the topic works, but conversion did not follow the views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58,736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(channel's first breakout)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95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44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1985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88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= comments per 1,000 views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1732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 Rules of 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Cognitive compression: an AI race became a desert 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 Attributes of Industry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topic, recognisable figures, strong Shorts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 Production 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causality; fails in 9:16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R × A × 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weak layer caps the whole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VISUAL DNA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V1 first showed what to keep and exactly what broke on mobile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62.49 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136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424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4424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(46 hard cuts)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65520" y="137160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48400" y="150876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 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05740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shot; 20 of 46 under 1 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shot in the fastest block, just before the climax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6136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4424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 + 0.84 s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344424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near-freeze, then black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65520" y="2880360"/>
            <a:ext cx="2621280" cy="1371600"/>
          </a:xfrm>
          <a:prstGeom prst="roundRect">
            <a:avLst>
              <a:gd name="adj" fmla="val 5333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8400" y="3017520"/>
            <a:ext cx="225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248400" y="3566160"/>
            <a:ext cx="225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cut by a 9:16 crop: title, ensemble, final freeze, every subtitle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FFmpeg-measured by Opus 5.5 in Claude Code (Episode1_Visual_DNA.md).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DETOUR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only writes prompts for another generator is still gambling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“Entry gate: FAIL. Nothing has been generated yet… Numbers for frames nobody has generated would be invented.”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977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Opus 5.5, text-to-video route, home PC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0" y="141732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1371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worked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6642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refused to score footage that did not exist.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0" y="224028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was wrong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248716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waited on the least controllable step: generated faces.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23360" y="306324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proved the control layer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31012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C24 pilot: countdown correct at any seek time; black cut on frame 139; lint 0 errors; contrast 13/13.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23360" y="3886200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2336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showed its limit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13308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C24 scored R 0.82, A 0.75: held back by placeholder characters, not 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SHOT PLAYBOOK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Shot Playbook rules turned one day's mistakes into permanent constraints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71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through /hyperframes; multi-scene → /general-video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8483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doctor and read the timeline before designing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7980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catalog before building; reuse components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511296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Seek-safe: no wall-clock logic, no Web Audio graphs, no conflicting fromTo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1408176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548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1371600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over ≈4 s get one monotonic micro-motion, never a loop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084832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text in the centre third, so it survives 9:16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798064"/>
            <a:ext cx="3429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check → snapshot → render → ffprobe, then human eyes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are visually, not bit-for-bit, deterministic: 61 of 144 frames identical, the rest ≥ 50 dB PSNR.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THE V2 BRIEF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V2 brief pairs a change list from CSR-RAP with a keep list from the Visual DNA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(from CSR-RAP)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open on the strongest punchline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slam; hook complete by ≈4 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tags replace name recognition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unintelligible lines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9:16 as its own composition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End-card bridge to Episode 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411480"/>
          </a:xfrm>
          <a:prstGeom prst="roundRect">
            <a:avLst>
              <a:gd name="adj" fmla="val 13333"/>
            </a:avLst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(from Visual DNA)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3977640" cy="2148840"/>
          </a:xfrm>
          <a:prstGeom prst="roundRect">
            <a:avLst>
              <a:gd name="adj" fmla="val 3404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38528"/>
            <a:ext cx="37033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grammar (median shot ≈1.08 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 before the climax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"Slow down" as the biggest close-up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jump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Near-freeze → black ending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grade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build: /office-hours → /plan-ceo-review (scope: HOLD, re-edit only) → /plan-eng-review. After it: /review.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V2 ANATOMY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delivers spectacle, punchline and premise in the first 4.15 seconds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gstack-tutorial-5-agi-race-v2/assets/fig_timeline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40" y="1234440"/>
            <a:ext cx="751212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V2 ANATOMY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V1 weakness the diagnosis named has a specific V2 answer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274320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62.49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−9.8 %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−25.5 % vs 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Lineup /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gag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 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comprehension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Relies on recognition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role tags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in several places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Shot-by-shot reframing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Unresolved jump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 + Episode 2 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/ generic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CONTINUED → EP 2 → SUBSCRIBE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Programmable HyperFrames re-edit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8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upgrade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RE-SCORE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pair of layers moved from topic choice (R × A) to production system (R × P)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325880"/>
          <a:ext cx="49377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37160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463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+27.9 %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847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quality, B 0.602 → 0.770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06440" y="2560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0.865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806440" y="29443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× P, now the strongest coupling, and it compounds across episodes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566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0" y="3657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8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 views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806440" y="4041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score, not a forecast; A stays provisional until real data arrives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CLOSE THE LOOP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Freeze both uploads for 72 hours and read three windows on the retention curve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question: does HyperFrames packaging turn the same content into better audience behaviour?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0–4.15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cold open stop the swipe?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another opening punchline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"slow down → late entrant" lift attention?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Tighten the escalation before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8.6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end-card add subscribers or cause exits?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Cliff + no subscriber lift → hold 2.5 s → 1–1.5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RAP Score (proposed): hook = stayed-to-watch % · retention = APV · engagement = CCI (target &gt; 2.5) · subscribers per 1,000 views · vertical advantage = Short APV ÷ master APV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· LIMITS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limits stand between this result and a proven one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54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V2 analytics yet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965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V2 claim is structural until the 72-hour pull.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5544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5544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judgements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19659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CSR-RAP rates design quality; it does not measure behaviour.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546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1546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layer untested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566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2's faces, hands and keys remain the open risk.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15468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204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15468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people, satirised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35661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tags reduce reliance on likeness; review platform policy each release.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· OPERATING SYSTEM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nine steps re-engineer any Short, not just this one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docs/SOURCES.md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4592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analytics; compute CCI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9480" y="164592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5948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8924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with CSR-RAP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7440" y="137160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600" y="164592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2460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54368" y="137160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Visual DNA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2697480"/>
            <a:ext cx="329184" cy="329184"/>
          </a:xfrm>
          <a:prstGeom prst="ellipse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/office-hours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2232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59480" y="2697480"/>
            <a:ext cx="329184" cy="329184"/>
          </a:xfrm>
          <a:prstGeom prst="ellipse">
            <a:avLst/>
          </a:prstGeom>
          <a:solidFill>
            <a:srgbClr val="1B1F2A"/>
          </a:solidFill>
          <a:ln w="12700">
            <a:solidFill>
              <a:srgbClr val="1B1F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5948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88924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Opus 5.5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87440" y="242316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4600" y="2697480"/>
            <a:ext cx="329184" cy="329184"/>
          </a:xfrm>
          <a:prstGeom prst="ellipse">
            <a:avLst/>
          </a:prstGeom>
          <a:solidFill>
            <a:srgbClr val="1F8A8A"/>
          </a:solidFill>
          <a:ln w="12700">
            <a:solidFill>
              <a:srgbClr val="1F8A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246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54368" y="242316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verify in HyperFrames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37490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(design)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32232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9480" y="3749040"/>
            <a:ext cx="329184" cy="329184"/>
          </a:xfrm>
          <a:prstGeom prst="ellipse">
            <a:avLst/>
          </a:prstGeom>
          <a:solidFill>
            <a:srgbClr val="E8872B"/>
          </a:solidFill>
          <a:ln w="12700">
            <a:solidFill>
              <a:srgbClr val="E8872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45948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8924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freeze, measure 72 h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87440" y="3474720"/>
            <a:ext cx="2499360" cy="868680"/>
          </a:xfrm>
          <a:prstGeom prst="roundRect">
            <a:avLst>
              <a:gd name="adj" fmla="val 842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4600" y="3749040"/>
            <a:ext cx="329184" cy="329184"/>
          </a:xfrm>
          <a:prstGeom prst="ellipse">
            <a:avLst/>
          </a:prstGeom>
          <a:solidFill>
            <a:srgbClr val="6B7079"/>
          </a:solidFill>
          <a:ln w="12700">
            <a:solidFill>
              <a:srgbClr val="6B70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2460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754368" y="3474720"/>
            <a:ext cx="1840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into the next brief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Measure, don't re-edit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65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8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decision belongs to the viewers' data, not to another render.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TUTORIAL.md · TUTORIAL.zh.md · starter/prompts · docs/SOURCES.md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gstack: github.com/garrytan/gstack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HyperFrames: github.com/heygen-com/hyperframes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gstack Tutorial #5 — From YouTube analytics to a re-engineered Short</dc:title>
  <dc:subject>PptxGenJS Presentation</dc:subject>
  <dc:creator>PptxGenJS</dc:creator>
  <cp:lastModifiedBy>PptxGenJS</cp:lastModifiedBy>
  <cp:revision>1</cp:revision>
  <dcterms:created xsi:type="dcterms:W3CDTF">2026-09-29T00:42:08Z</dcterms:created>
  <dcterms:modified xsi:type="dcterms:W3CDTF">2026-09-29T00:42:08Z</dcterms:modified>
</cp:coreProperties>
</file>