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0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B7079"/>
                </a:solidFill>
                <a:latin typeface="Arial"/>
              </a:rPr>
              <a:t>CSR-RAP 得分（×100）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9AA0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</c:v>
                  </c:pt>
                  <c:pt idx="1">
                    <c:v>A</c:v>
                  </c:pt>
                  <c:pt idx="2">
                    <c:v>P</c:v>
                  </c:pt>
                  <c:pt idx="3">
                    <c:v>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76</c:v>
                </c:pt>
                <c:pt idx="3">
                  <c:v>60.2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</c:v>
                  </c:pt>
                  <c:pt idx="1">
                    <c:v>A</c:v>
                  </c:pt>
                  <c:pt idx="2">
                    <c:v>P</c:v>
                  </c:pt>
                  <c:pt idx="3">
                    <c:v>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89</c:v>
                </c:pt>
                <c:pt idx="2">
                  <c:v>94</c:v>
                </c:pt>
                <c:pt idx="3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教程 #5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YouTube 后台数据到一条重新设计的短视频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CSR-RAP 智能体 × Claude Opus 5.5 × HyperFrames —— AGI Race V2 是如何做出来的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611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范围：已发布的 AGI Race Short 的 V2。Episode 2（碟中谍版）仍在制作中，本教程不作讲解。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的结构质量提升 27.9%；观众是否认同，仍是一个进行中的测试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0.602 → 0.770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CSR-RAP 综合得分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验证了选题（R × A）；V2 加上了生产系统（R × P = 0.865）。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4.15 秒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完成钩子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笑点先行、片名在后：前提在 Short 的 8.9% 时长内落地。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1.67 → ?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每千次播放评论数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&gt; 2.5。在 72 小时真实数据回来之前，一切都未被证明。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真正的杠杆，是把工作拆分给三个职责不同的系统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pic>
        <p:nvPicPr>
          <p:cNvPr id="6" name="Image 0" descr="/home/claude/gstack-tutorial-5-agi-race-v2/assets/fig_pipeline_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24" y="1325880"/>
            <a:ext cx="7938951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决策（CSR-RAP）→ 制作（Opus 5.5 + gstack）→ 渲染（HyperFrames）→ 度量，然后循环。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部分 · 心智模型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制造“不确定的像素”，HyperFrames 控制“确定的信息”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必须完全正确 → HyperFrames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每个节拍的时间，精确到帧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所有屏幕文字、字幕、角色标签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每个镜头的 9:16 重新构图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定格、切黑、结尾卡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音效落点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允许变化 → 生成模型 / 原始素材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20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写实人物与场景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镜头内部的运动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纹理与光影细节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Seek-safe 测试：渲染器直接跳到 t = 4.312 秒，这一帧还正确吗？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几乎不需要右栏的任何东西：它的像素在 V1 中已经存在。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 · 环境搭建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整套工具链约 10 分钟装完，其中 gstack 只需 1 分钟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前置软件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· Node.js ≥ 22 · FFmpeg · Bun ≥ 1.0 · Claude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OpenJS.NodeJS -e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889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6050" y="150876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8605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9753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gstack（约 1 分钟）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8605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README 的一行命令粘贴进 Claude Code；用 /office-hours 测试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861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3177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garrytan/gstack.git ~/.claude/skills/gstack &amp;&amp; ./setup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4058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774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77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8922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HyperFrames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7774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Claude Code 插件并重启；/hyperframes 负责路由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030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346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hyperframes@hyperframes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3227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6943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6943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8091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 doctor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6943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设计之前先检查机器；锁定 CLI 版本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4199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1515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hyperframes doctor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实际踩坑：'claude' 无法识别 → 把 %LOCALAPPDATA%\Microsoft\WinGet\Links 加入 PATH，再新开 PowerShell。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 · 环境搭建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两条命令装好 HyperFrames；任何设计之前先跑 doctor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gstack-tutorial-5-agi-race-v2/assets/mock_03_hyperframes_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30" y="1280160"/>
            <a:ext cx="8166340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带标注的示意图（模拟画面），请替换为你本机的实际截图。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部分 · CSR-RAP 诊断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证明了选题成立，但转化没有跟上播放量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58,736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播放（频道首次破圈）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98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CCI = 每千次播放评论数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1732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得分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商业共性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认知压缩：AI 竞赛变成一场沙漠赛车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行业特性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热门话题、辨识度高的人物、契合 Shorts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生产能力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因果链弱；9:16 下失效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= R × A × 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任何一层偏弱都会压低整体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 · 视觉 DNA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先测量 V1，才知道该保留什么、移动端到底哪里坏了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62.49 秒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136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424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个镜头（46 个硬切）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840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1.08 秒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镜头中位数；46 个中 20 个短于 1 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0.95 秒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最快区间的平均镜头，紧挨高潮之前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6136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424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秒 + 0.84 秒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44424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近似定格，随后黑场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6552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840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24840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处被 9:16 裁掉：片名、群像、最终定格、所有字幕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以上数值均由 Claude Code 中的 Opus 5.5 用 FFmpeg 实测（Episode1_Visual_DNA.md）。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 · 弯路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只给别的生成器写 prompt 的智能体，本质上仍在赌博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“Entry gate: FAIL. Nothing has been generated yet… Numbers for frames nobody has generated would be invented.”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Opus 5.5，文生视频路线，家中电脑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闸门起作用了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642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拒绝为不存在的素材打分。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依赖关系错了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871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整条流水线卡在最不可控的一步：生成人脸。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0" y="306324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转向证明了可控层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31012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C24 试制片：任意跳帧倒计时都正确；切黑落在第 139 帧；lint 0 错误；对比度 13/13。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23360" y="3886200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……也暴露了边界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13308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C24 得分 R 0.82、A 0.75：被占位人物拖累，而非结构。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 · SHOT PLAYBOOK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 Shot Playbook 规则，把一天的错误变成永久约束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71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先经 /hyperframes 路由；多场景 → /general-video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8483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设计前先跑 doctor、查看时间线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7980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先搜索组件库再动手；复用组件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51129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Seek-safe：禁止挂钟逻辑、Web Audio 图、冲突的 fromTo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408176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371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超过约 4 秒的停留加单向微动，禁止循环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08483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关键文字放在中间三分之一，保证 9:16 可见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7980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→ check → snapshot → render → ffprobe，最后人眼确认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渲染是视觉确定性的，而非逐比特一致：144 帧中 61 帧相同，其余 PSNR ≥ 50 dB。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 · V2 简报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简报 = CSR-RAP 的改动清单 + 视觉 DNA 的保留清单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改动（来自 CSR-RAP）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以最强笑点冷开场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片名砸出；约 4 秒内完成钩子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角色标签取代“认脸”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删除听不清的台词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9:16 作为独立合成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通往 Episode 2 的结尾卡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保留（来自视觉 DNA）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3852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快剪语法（镜头中位数约 1.08 秒）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高潮前加速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“慢下来”作为最大特写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悬而未决的飞跃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近似定格 → 黑场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低饱和调色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制作前：/office-hours → /plan-ceo-review（范围：HOLD，只做重剪）→ /plan-eng-review；制作后：/review。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部分 · V2 解剖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在前 4.15 秒内交付了奇观、笑点和前提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gstack-tutorial-5-agi-race-v2/assets/fig_timeline_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40" y="1234440"/>
            <a:ext cx="75121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部分 · V2 解剖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诊断指出的每一个 V1 弱点，V2 都有具体回应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7432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主版本时长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62.49 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56.34 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−9.8%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Short 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46.54 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 V1 短 25.5%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阵容 / 片名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最强笑点先行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 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角色理解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依赖“认脸”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明确的角色标签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大幅升级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9:16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多处失效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逐镜头重新构图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大幅升级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悬而未决的飞跃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飞跃 + Episode 2 桥段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商业价值升级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CTA 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 / 泛泛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 BE CONTINUED → EP 2 → SUBSCRIBE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可编程的 HyperFrames 重剪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层显著提升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部分 · 重新打分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最强的层级组合，从“选题”（R × A）转向“生产系统”（R × P）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4937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+27.9%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847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结构质量，B 0.602 → 0.770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0.865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× P，现为最强耦合，会随每一集复利累积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3657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 播放量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这是设计得分，不是预测；A 层在真实数据回来之前仍是暂定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部分 · 闭环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两次上传冻结 72 小时，重点看留存曲线上的三个窗口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唯一的问题：HyperFrames 的包装，能否让同样的内容带来更好的观众行为？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若未通过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0–4.15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冷开场能否阻止划走？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测试另一个开场笑点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40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“慢下来 → 迟到者”能否再拉高注意力？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收紧其之前的升级段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最后 8.6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结尾卡在增加订阅，还是导致退出？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出现断崖且订阅无提升 → 停留 2.5 秒 → 1–1.5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观测型 RAP 得分（建议定义）：钩子 = 选择观看比例 · 留存 = 平均观看百分比 · 互动 = CCI（目标 &gt; 2.5）· 每千次播放新增订阅 · 竖版优势 = Short ÷ 横版平均观看百分比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部分 · 局限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在“已证明”之前，还隔着四个局限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54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尚无 V2 数据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65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72 小时数据拉取之前，关于 V2 的结论都是结构性的。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5544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554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分数是判断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965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CSR-RAP 评估的是设计质量，不是观众行为。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546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1546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生成层未验证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66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 2 的人脸、手部、钥匙仍是开放风险。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1546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1546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讽刺真实人物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566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角色标签降低对肖像的依赖；每次发布前复核平台政策。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部分 · 操作系统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同样九个步骤，可以重新设计任何一条 Short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导出数据，计算 CCI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9480" y="164592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948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8924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CSR-RAP 诊断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744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600" y="164592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46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5436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测量：视觉 DNA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97480"/>
            <a:ext cx="329184" cy="329184"/>
          </a:xfrm>
          <a:prstGeom prst="ellipse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质疑：/office-hours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2232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9480" y="2697480"/>
            <a:ext cx="329184" cy="329184"/>
          </a:xfrm>
          <a:prstGeom prst="ellipse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94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8924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Opus 5.5 下简报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8744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4600" y="269748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46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5436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HyperFrames 制作 + 验证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490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重新打分（设计）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32232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9480" y="37490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594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8924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上传、冻结、度量 72 小时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8744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4600" y="374904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2460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5436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反馈到下一份简报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去度量，而不是再改片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8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下一个决定属于观众数据，而不是又一次渲染。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仓库：TUTORIAL.md · TUTORIAL.zh.md · starter/prompts · docs/SOURCES.md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gstack：github.com/garrytan/gstack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HyperFrames：github.com/heygen-com/hyperframes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gstack 教程 #5 — 从 YouTube 后台数据到一条重新设计的短视频</dc:title>
  <dc:subject>PptxGenJS Presentation</dc:subject>
  <dc:creator>PptxGenJS</dc:creator>
  <cp:lastModifiedBy>PptxGenJS</cp:lastModifiedBy>
  <cp:revision>1</cp:revision>
  <dcterms:created xsi:type="dcterms:W3CDTF">2026-09-29T00:42:08Z</dcterms:created>
  <dcterms:modified xsi:type="dcterms:W3CDTF">2026-09-29T00:42:08Z</dcterms:modified>
</cp:coreProperties>
</file>